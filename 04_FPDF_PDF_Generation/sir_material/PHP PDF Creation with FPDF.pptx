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9" r:id="rId4"/>
    <p:sldId id="261" r:id="rId5"/>
    <p:sldId id="262" r:id="rId6"/>
    <p:sldId id="263" r:id="rId7"/>
    <p:sldId id="265" r:id="rId8"/>
    <p:sldId id="270" r:id="rId9"/>
  </p:sldIdLst>
  <p:sldSz cx="9144000" cy="6858000" type="screen4x3"/>
  <p:notesSz cx="6858000" cy="9144000"/>
  <p:embeddedFontLst>
    <p:embeddedFont>
      <p:font typeface="Inter SemiBold" panose="020B0604020202020204" charset="0"/>
      <p:regular r:id="rId11"/>
      <p:bold r:id="rId12"/>
      <p:italic r:id="rId13"/>
      <p:boldItalic r:id="rId14"/>
    </p:embeddedFont>
    <p:embeddedFont>
      <p:font typeface="Calibri Light" panose="020F0302020204030204" pitchFamily="34" charset="0"/>
      <p:regular r:id="rId15"/>
      <p:italic r:id="rId16"/>
    </p:embeddedFon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16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E7377A-1579-4528-8372-A3EAEBFBE4BA}">
  <a:tblStyle styleId="{6AE7377A-1579-4528-8372-A3EAEBFBE4B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68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78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08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333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97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113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842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201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15088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029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987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787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228958" y="2484908"/>
            <a:ext cx="868608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3600" b="1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PHP – PDF Creation Using FPDF</a:t>
            </a:r>
            <a:endParaRPr sz="1050"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435769" y="3177852"/>
            <a:ext cx="8272463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2400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Generate Dynamic PDF Documents with PHP</a:t>
            </a:r>
            <a:endParaRPr sz="1200" dirty="0">
              <a:solidFill>
                <a:srgbClr val="002060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35769" y="4007867"/>
            <a:ext cx="8272463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200" dirty="0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Presented By:</a:t>
            </a:r>
            <a:endParaRPr sz="1100"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435769" y="4343623"/>
            <a:ext cx="8272463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600" dirty="0" smtClean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BHAVESH R. JOSHI</a:t>
            </a:r>
            <a:br>
              <a:rPr lang="en-US" sz="1600" dirty="0" smtClean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dirty="0" smtClean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[ UNICODE TECHNOLAB ]</a:t>
            </a:r>
            <a:endParaRPr sz="1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435768" y="1864119"/>
            <a:ext cx="68266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What is PDF?</a:t>
            </a:r>
            <a:endParaRPr sz="1200" dirty="0">
              <a:solidFill>
                <a:srgbClr val="002060"/>
              </a:solidFill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435768" y="2349670"/>
            <a:ext cx="8347747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Portable Document Format is a universal standard for presenting documents consistently across all operating systems and hardware.</a:t>
            </a:r>
            <a:endParaRPr sz="2200" dirty="0">
              <a:solidFill>
                <a:srgbClr val="002060"/>
              </a:solidFill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900999" y="4090949"/>
            <a:ext cx="603636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Platform Independent:</a:t>
            </a:r>
            <a:r>
              <a:rPr lang="en-US" sz="2000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 Works everywhere.</a:t>
            </a:r>
            <a:endParaRPr sz="2000" dirty="0">
              <a:solidFill>
                <a:srgbClr val="002060"/>
              </a:solidFill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900999" y="4611544"/>
            <a:ext cx="603636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Secure &amp; Printable:</a:t>
            </a:r>
            <a:r>
              <a:rPr lang="en-US" sz="2000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 Preserves formatting.</a:t>
            </a:r>
            <a:endParaRPr sz="2000" dirty="0">
              <a:solidFill>
                <a:srgbClr val="002060"/>
              </a:solidFill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900999" y="5214980"/>
            <a:ext cx="603636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Easy to Share:</a:t>
            </a:r>
            <a:r>
              <a:rPr lang="en-US" sz="2000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 Compact and standardized.</a:t>
            </a:r>
            <a:endParaRPr sz="2000" dirty="0">
              <a:solidFill>
                <a:srgbClr val="002060"/>
              </a:solidFill>
            </a:endParaRPr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5768" y="4186217"/>
            <a:ext cx="279138" cy="309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768" y="4746257"/>
            <a:ext cx="244246" cy="309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768" y="5306297"/>
            <a:ext cx="244246" cy="30981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614363" y="1212763"/>
            <a:ext cx="664808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Understanding the PDF Format</a:t>
            </a:r>
            <a:endParaRPr sz="1100" dirty="0"/>
          </a:p>
        </p:txBody>
      </p:sp>
      <p:sp>
        <p:nvSpPr>
          <p:cNvPr id="105" name="Google Shape;105;p14"/>
          <p:cNvSpPr/>
          <p:nvPr/>
        </p:nvSpPr>
        <p:spPr>
          <a:xfrm>
            <a:off x="435769" y="1212763"/>
            <a:ext cx="42863" cy="385763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435769" y="3216473"/>
            <a:ext cx="8272463" cy="2857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373727" y="3496623"/>
            <a:ext cx="260575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000" dirty="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Step 1</a:t>
            </a:r>
            <a:endParaRPr sz="2000" dirty="0"/>
          </a:p>
        </p:txBody>
      </p:sp>
      <p:sp>
        <p:nvSpPr>
          <p:cNvPr id="132" name="Google Shape;132;p16"/>
          <p:cNvSpPr txBox="1"/>
          <p:nvPr/>
        </p:nvSpPr>
        <p:spPr>
          <a:xfrm>
            <a:off x="435769" y="4116586"/>
            <a:ext cx="2481671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Download the Library from fpdf.org</a:t>
            </a:r>
            <a:endParaRPr sz="2200" dirty="0">
              <a:solidFill>
                <a:srgbClr val="002060"/>
              </a:solidFill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3269066" y="3496623"/>
            <a:ext cx="260575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0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Step 2</a:t>
            </a:r>
            <a:endParaRPr sz="2000"/>
          </a:p>
        </p:txBody>
      </p:sp>
      <p:sp>
        <p:nvSpPr>
          <p:cNvPr id="134" name="Google Shape;134;p16"/>
          <p:cNvSpPr txBox="1"/>
          <p:nvPr/>
        </p:nvSpPr>
        <p:spPr>
          <a:xfrm>
            <a:off x="3331108" y="4116586"/>
            <a:ext cx="2481671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220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Extract files into your project folder</a:t>
            </a:r>
            <a:endParaRPr sz="2200">
              <a:solidFill>
                <a:srgbClr val="002060"/>
              </a:solidFill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6164406" y="3496623"/>
            <a:ext cx="260575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0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Step 3</a:t>
            </a:r>
            <a:endParaRPr sz="2000"/>
          </a:p>
        </p:txBody>
      </p:sp>
      <p:sp>
        <p:nvSpPr>
          <p:cNvPr id="136" name="Google Shape;136;p16"/>
          <p:cNvSpPr txBox="1"/>
          <p:nvPr/>
        </p:nvSpPr>
        <p:spPr>
          <a:xfrm>
            <a:off x="6226448" y="4116586"/>
            <a:ext cx="2481671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220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Include the class in your script:</a:t>
            </a:r>
            <a:endParaRPr sz="2200">
              <a:solidFill>
                <a:srgbClr val="002060"/>
              </a:solidFill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614363" y="1553877"/>
            <a:ext cx="8498562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Fast Setup &amp; Installation</a:t>
            </a:r>
            <a:endParaRPr sz="1050" dirty="0"/>
          </a:p>
        </p:txBody>
      </p:sp>
      <p:sp>
        <p:nvSpPr>
          <p:cNvPr id="138" name="Google Shape;138;p16"/>
          <p:cNvSpPr/>
          <p:nvPr/>
        </p:nvSpPr>
        <p:spPr>
          <a:xfrm>
            <a:off x="435769" y="1553877"/>
            <a:ext cx="42863" cy="385763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1590879" y="3987998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4486219" y="3987998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7381559" y="3987998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Google Shape;163;p18"/>
          <p:cNvGraphicFramePr/>
          <p:nvPr>
            <p:extLst>
              <p:ext uri="{D42A27DB-BD31-4B8C-83A1-F6EECF244321}">
                <p14:modId xmlns:p14="http://schemas.microsoft.com/office/powerpoint/2010/main" val="4246154977"/>
              </p:ext>
            </p:extLst>
          </p:nvPr>
        </p:nvGraphicFramePr>
        <p:xfrm>
          <a:off x="435769" y="2537817"/>
          <a:ext cx="8272463" cy="271464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546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5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80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 dirty="0">
                          <a:sym typeface="Inter"/>
                        </a:rPr>
                        <a:t>Method</a:t>
                      </a:r>
                      <a:endParaRPr sz="2200" dirty="0"/>
                    </a:p>
                  </a:txBody>
                  <a:tcPr marL="47625" marR="47625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ym typeface="Inter"/>
                        </a:rPr>
                        <a:t>Description</a:t>
                      </a:r>
                      <a:endParaRPr sz="2200"/>
                    </a:p>
                  </a:txBody>
                  <a:tcPr marL="47625" marR="4762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80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ym typeface="Inter"/>
                        </a:rPr>
                        <a:t>FPDF()</a:t>
                      </a:r>
                      <a:endParaRPr sz="2200"/>
                    </a:p>
                  </a:txBody>
                  <a:tcPr marL="47625" marR="47625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ym typeface="Inter"/>
                        </a:rPr>
                        <a:t>Constructor to initialize the object</a:t>
                      </a:r>
                      <a:endParaRPr sz="2200"/>
                    </a:p>
                  </a:txBody>
                  <a:tcPr marL="47625" marR="47625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80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ym typeface="Inter"/>
                        </a:rPr>
                        <a:t>AddPage()</a:t>
                      </a:r>
                      <a:endParaRPr sz="2200"/>
                    </a:p>
                  </a:txBody>
                  <a:tcPr marL="47625" marR="47625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ym typeface="Inter"/>
                        </a:rPr>
                        <a:t>Adds a new page to the document</a:t>
                      </a:r>
                      <a:endParaRPr sz="2200"/>
                    </a:p>
                  </a:txBody>
                  <a:tcPr marL="47625" marR="47625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80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 dirty="0" err="1">
                          <a:sym typeface="Inter"/>
                        </a:rPr>
                        <a:t>SetFont</a:t>
                      </a:r>
                      <a:r>
                        <a:rPr lang="en-US" sz="2200" u="none" strike="noStrike" cap="none" dirty="0">
                          <a:sym typeface="Inter"/>
                        </a:rPr>
                        <a:t>()</a:t>
                      </a:r>
                      <a:endParaRPr sz="2200" dirty="0"/>
                    </a:p>
                  </a:txBody>
                  <a:tcPr marL="47625" marR="47625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ym typeface="Inter"/>
                        </a:rPr>
                        <a:t>Sets the font (Family, Style, Size)</a:t>
                      </a:r>
                      <a:endParaRPr sz="2200"/>
                    </a:p>
                  </a:txBody>
                  <a:tcPr marL="47625" marR="47625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80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ym typeface="Inter"/>
                        </a:rPr>
                        <a:t>Cell()</a:t>
                      </a:r>
                      <a:endParaRPr sz="2200"/>
                    </a:p>
                  </a:txBody>
                  <a:tcPr marL="47625" marR="47625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ym typeface="Inter"/>
                        </a:rPr>
                        <a:t>Prints a cell with optional borders</a:t>
                      </a:r>
                      <a:endParaRPr sz="2200"/>
                    </a:p>
                  </a:txBody>
                  <a:tcPr marL="47625" marR="47625" marT="19050" marB="190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80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ym typeface="Inter"/>
                        </a:rPr>
                        <a:t>Ln()</a:t>
                      </a:r>
                      <a:endParaRPr sz="2200"/>
                    </a:p>
                  </a:txBody>
                  <a:tcPr marL="47625" marR="47625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ym typeface="Inter"/>
                        </a:rPr>
                        <a:t>Performs a line break</a:t>
                      </a:r>
                      <a:endParaRPr sz="2200"/>
                    </a:p>
                  </a:txBody>
                  <a:tcPr marL="47625" marR="47625" marT="19050" marB="190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80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>
                          <a:sym typeface="Inter"/>
                        </a:rPr>
                        <a:t>Output()</a:t>
                      </a:r>
                      <a:endParaRPr sz="2200"/>
                    </a:p>
                  </a:txBody>
                  <a:tcPr marL="47625" marR="47625" marT="19050" marB="1905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 dirty="0">
                          <a:sym typeface="Inter"/>
                        </a:rPr>
                        <a:t>Terminates and outputs the PDF</a:t>
                      </a:r>
                      <a:endParaRPr sz="2200" dirty="0"/>
                    </a:p>
                  </a:txBody>
                  <a:tcPr marL="47625" marR="47625" marT="19050" marB="190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4" name="Google Shape;164;p18"/>
          <p:cNvSpPr/>
          <p:nvPr/>
        </p:nvSpPr>
        <p:spPr>
          <a:xfrm>
            <a:off x="435769" y="3312914"/>
            <a:ext cx="2546635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2982404" y="3312914"/>
            <a:ext cx="5725827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435769" y="3698676"/>
            <a:ext cx="2546635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2982404" y="3698676"/>
            <a:ext cx="5725827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435769" y="4084439"/>
            <a:ext cx="2546635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2982404" y="4084439"/>
            <a:ext cx="5725827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435769" y="4470201"/>
            <a:ext cx="2546635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2982404" y="4470201"/>
            <a:ext cx="5725827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435769" y="4855964"/>
            <a:ext cx="2546635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2982404" y="4855964"/>
            <a:ext cx="5725827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435769" y="5241726"/>
            <a:ext cx="2546635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2982404" y="5241726"/>
            <a:ext cx="5725827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614363" y="1553877"/>
            <a:ext cx="8498562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Common FPDF Methods</a:t>
            </a:r>
            <a:endParaRPr sz="1050" dirty="0">
              <a:solidFill>
                <a:srgbClr val="002060"/>
              </a:solidFill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435769" y="1553877"/>
            <a:ext cx="42863" cy="385763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 txBox="1"/>
          <p:nvPr/>
        </p:nvSpPr>
        <p:spPr>
          <a:xfrm>
            <a:off x="9686925" y="4870363"/>
            <a:ext cx="0" cy="6647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125" b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ln:</a:t>
            </a:r>
            <a:r>
              <a:rPr lang="en-US" sz="11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0 (right) or 1 (next line)</a:t>
            </a:r>
            <a:endParaRPr sz="1050"/>
          </a:p>
        </p:txBody>
      </p:sp>
      <p:sp>
        <p:nvSpPr>
          <p:cNvPr id="191" name="Google Shape;191;p19"/>
          <p:cNvSpPr txBox="1"/>
          <p:nvPr/>
        </p:nvSpPr>
        <p:spPr>
          <a:xfrm>
            <a:off x="9686925" y="5434719"/>
            <a:ext cx="0" cy="360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125" b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align:</a:t>
            </a:r>
            <a:r>
              <a:rPr lang="en-US" sz="11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L, C, or R</a:t>
            </a:r>
            <a:endParaRPr sz="1050"/>
          </a:p>
        </p:txBody>
      </p:sp>
      <p:sp>
        <p:nvSpPr>
          <p:cNvPr id="192" name="Google Shape;192;p19"/>
          <p:cNvSpPr txBox="1"/>
          <p:nvPr/>
        </p:nvSpPr>
        <p:spPr>
          <a:xfrm>
            <a:off x="614363" y="898438"/>
            <a:ext cx="8498562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 dirty="0" smtClean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Basic PDF Creation</a:t>
            </a:r>
            <a:endParaRPr sz="1050" dirty="0"/>
          </a:p>
        </p:txBody>
      </p:sp>
      <p:sp>
        <p:nvSpPr>
          <p:cNvPr id="193" name="Google Shape;193;p19"/>
          <p:cNvSpPr/>
          <p:nvPr/>
        </p:nvSpPr>
        <p:spPr>
          <a:xfrm>
            <a:off x="435769" y="898438"/>
            <a:ext cx="42863" cy="385763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4254" y="1547446"/>
            <a:ext cx="747346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/>
              <a:t>&lt;?</a:t>
            </a:r>
            <a:r>
              <a:rPr lang="en-IN" sz="2400" dirty="0" err="1" smtClean="0"/>
              <a:t>php</a:t>
            </a:r>
            <a:endParaRPr lang="en-IN" sz="2400" dirty="0" smtClean="0"/>
          </a:p>
          <a:p>
            <a:r>
              <a:rPr lang="en-IN" sz="2400" dirty="0" smtClean="0"/>
              <a:t>require('</a:t>
            </a:r>
            <a:r>
              <a:rPr lang="en-IN" sz="2400" dirty="0" err="1" smtClean="0"/>
              <a:t>fpdf</a:t>
            </a:r>
            <a:r>
              <a:rPr lang="en-IN" sz="2400" dirty="0" smtClean="0"/>
              <a:t>/</a:t>
            </a:r>
            <a:r>
              <a:rPr lang="en-IN" sz="2400" dirty="0" err="1" smtClean="0"/>
              <a:t>fpdf.php</a:t>
            </a:r>
            <a:r>
              <a:rPr lang="en-IN" sz="2400" dirty="0" smtClean="0"/>
              <a:t>');</a:t>
            </a:r>
          </a:p>
          <a:p>
            <a:r>
              <a:rPr lang="en-IN" sz="2400" dirty="0" smtClean="0"/>
              <a:t>$pdf = new FPDF();</a:t>
            </a:r>
          </a:p>
          <a:p>
            <a:r>
              <a:rPr lang="en-IN" sz="2400" dirty="0" smtClean="0"/>
              <a:t>$pdf-&gt;</a:t>
            </a:r>
            <a:r>
              <a:rPr lang="en-IN" sz="2400" dirty="0" err="1" smtClean="0"/>
              <a:t>AddPage</a:t>
            </a:r>
            <a:r>
              <a:rPr lang="en-IN" sz="2400" dirty="0" smtClean="0"/>
              <a:t>();</a:t>
            </a:r>
          </a:p>
          <a:p>
            <a:r>
              <a:rPr lang="en-IN" sz="2400" dirty="0" smtClean="0"/>
              <a:t>$pdf-&gt;</a:t>
            </a:r>
            <a:r>
              <a:rPr lang="en-IN" sz="2400" dirty="0" err="1" smtClean="0"/>
              <a:t>SetFont</a:t>
            </a:r>
            <a:r>
              <a:rPr lang="en-IN" sz="2400" dirty="0" smtClean="0"/>
              <a:t>('Arial','B',16);</a:t>
            </a:r>
          </a:p>
          <a:p>
            <a:r>
              <a:rPr lang="en-IN" sz="2400" dirty="0" smtClean="0"/>
              <a:t>$pdf-&gt;Cell(0,10,'PHP PDF Creation Demo',0,1,'C');</a:t>
            </a:r>
          </a:p>
          <a:p>
            <a:r>
              <a:rPr lang="en-IN" sz="2400" dirty="0" smtClean="0"/>
              <a:t>$pdf-&gt;Output();</a:t>
            </a:r>
          </a:p>
          <a:p>
            <a:r>
              <a:rPr lang="en-IN" sz="2400" dirty="0" smtClean="0"/>
              <a:t>?&gt;</a:t>
            </a:r>
            <a:endParaRPr lang="en-IN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846" y="2133675"/>
            <a:ext cx="2614613" cy="2538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76771" y="2133675"/>
            <a:ext cx="2614613" cy="2538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05696" y="2133675"/>
            <a:ext cx="2614613" cy="253817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569302" y="3106735"/>
            <a:ext cx="2280285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'L' Left</a:t>
            </a:r>
            <a:endParaRPr sz="1050"/>
          </a:p>
        </p:txBody>
      </p:sp>
      <p:sp>
        <p:nvSpPr>
          <p:cNvPr id="203" name="Google Shape;203;p20"/>
          <p:cNvSpPr txBox="1"/>
          <p:nvPr/>
        </p:nvSpPr>
        <p:spPr>
          <a:xfrm>
            <a:off x="569302" y="3500515"/>
            <a:ext cx="2171700" cy="914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default alignment. Text starts at the left edge of the cell.</a:t>
            </a:r>
            <a:endParaRPr sz="1050"/>
          </a:p>
        </p:txBody>
      </p:sp>
      <p:sp>
        <p:nvSpPr>
          <p:cNvPr id="204" name="Google Shape;204;p20"/>
          <p:cNvSpPr txBox="1"/>
          <p:nvPr/>
        </p:nvSpPr>
        <p:spPr>
          <a:xfrm>
            <a:off x="3398227" y="3106735"/>
            <a:ext cx="2280285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'C' Center</a:t>
            </a:r>
            <a:endParaRPr sz="1050"/>
          </a:p>
        </p:txBody>
      </p:sp>
      <p:sp>
        <p:nvSpPr>
          <p:cNvPr id="205" name="Google Shape;205;p20"/>
          <p:cNvSpPr txBox="1"/>
          <p:nvPr/>
        </p:nvSpPr>
        <p:spPr>
          <a:xfrm>
            <a:off x="3398227" y="3500515"/>
            <a:ext cx="2171700" cy="914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Perfect for headers and titles. Centers text within the specified width.</a:t>
            </a:r>
            <a:endParaRPr sz="1050"/>
          </a:p>
        </p:txBody>
      </p:sp>
      <p:sp>
        <p:nvSpPr>
          <p:cNvPr id="206" name="Google Shape;206;p20"/>
          <p:cNvSpPr txBox="1"/>
          <p:nvPr/>
        </p:nvSpPr>
        <p:spPr>
          <a:xfrm>
            <a:off x="6227152" y="3106735"/>
            <a:ext cx="2280285" cy="30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'R' Right</a:t>
            </a:r>
            <a:endParaRPr sz="1050"/>
          </a:p>
        </p:txBody>
      </p:sp>
      <p:sp>
        <p:nvSpPr>
          <p:cNvPr id="207" name="Google Shape;207;p20"/>
          <p:cNvSpPr txBox="1"/>
          <p:nvPr/>
        </p:nvSpPr>
        <p:spPr>
          <a:xfrm>
            <a:off x="6227152" y="3500515"/>
            <a:ext cx="2171700" cy="914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Commonly used for numeric data, dates, or currency in financial reports.</a:t>
            </a:r>
            <a:endParaRPr sz="1050"/>
          </a:p>
        </p:txBody>
      </p:sp>
      <p:pic>
        <p:nvPicPr>
          <p:cNvPr id="208" name="Google Shape;20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9302" y="2489077"/>
            <a:ext cx="300038" cy="377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98227" y="2489077"/>
            <a:ext cx="300038" cy="377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27152" y="2489077"/>
            <a:ext cx="300038" cy="37719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526440" y="1042466"/>
            <a:ext cx="8498562" cy="41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Mastering Text Alignment</a:t>
            </a:r>
            <a:endParaRPr sz="1050" dirty="0"/>
          </a:p>
        </p:txBody>
      </p:sp>
      <p:sp>
        <p:nvSpPr>
          <p:cNvPr id="212" name="Google Shape;212;p20"/>
          <p:cNvSpPr/>
          <p:nvPr/>
        </p:nvSpPr>
        <p:spPr>
          <a:xfrm>
            <a:off x="347846" y="1042222"/>
            <a:ext cx="42863" cy="42433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0709" y="5011615"/>
            <a:ext cx="64409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/>
              <a:t>$pdf-&gt;Cell(0,10,'Left',0,1,'L');</a:t>
            </a:r>
            <a:br>
              <a:rPr lang="en-IN" sz="2400" dirty="0" smtClean="0"/>
            </a:br>
            <a:r>
              <a:rPr lang="en-IN" sz="2400" dirty="0" smtClean="0"/>
              <a:t>$pdf-&gt;Cell(0,10,'Center',0,1,'C');</a:t>
            </a:r>
            <a:br>
              <a:rPr lang="en-IN" sz="2400" dirty="0" smtClean="0"/>
            </a:br>
            <a:r>
              <a:rPr lang="en-IN" sz="2400" dirty="0" smtClean="0"/>
              <a:t>$pdf-&gt;Cell(0,10,'Right',0,1,'R');</a:t>
            </a:r>
            <a:endParaRPr lang="en-IN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/>
          <p:nvPr/>
        </p:nvSpPr>
        <p:spPr>
          <a:xfrm>
            <a:off x="435768" y="654607"/>
            <a:ext cx="3892986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Visual Assets</a:t>
            </a:r>
            <a:endParaRPr sz="1050" dirty="0"/>
          </a:p>
        </p:txBody>
      </p:sp>
      <p:sp>
        <p:nvSpPr>
          <p:cNvPr id="231" name="Google Shape;231;p22"/>
          <p:cNvSpPr txBox="1"/>
          <p:nvPr/>
        </p:nvSpPr>
        <p:spPr>
          <a:xfrm>
            <a:off x="435768" y="1247666"/>
            <a:ext cx="6756340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Support for </a:t>
            </a:r>
            <a:r>
              <a:rPr lang="en-US" sz="2200" b="1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JPEG, PNG, and GIF</a:t>
            </a:r>
            <a:r>
              <a:rPr lang="en-US" sz="2200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. FPDF handles compression automatically to keep file sizes low.</a:t>
            </a:r>
            <a:endParaRPr sz="2200" dirty="0">
              <a:solidFill>
                <a:srgbClr val="00206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6637" y="2954216"/>
            <a:ext cx="75476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$</a:t>
            </a:r>
            <a:r>
              <a:rPr lang="fr-FR" sz="2400" b="1" dirty="0" err="1" smtClean="0"/>
              <a:t>pdf</a:t>
            </a:r>
            <a:r>
              <a:rPr lang="fr-FR" sz="2400" b="1" dirty="0" smtClean="0"/>
              <a:t>-&gt;Image('logo.png',10,10,30);</a:t>
            </a:r>
            <a:endParaRPr lang="en-IN" sz="24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7"/>
          <p:cNvSpPr txBox="1"/>
          <p:nvPr/>
        </p:nvSpPr>
        <p:spPr>
          <a:xfrm>
            <a:off x="435769" y="2319658"/>
            <a:ext cx="3707606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00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Free &amp; Open Source</a:t>
            </a:r>
            <a:endParaRPr sz="2000">
              <a:solidFill>
                <a:srgbClr val="002060"/>
              </a:solidFill>
            </a:endParaRPr>
          </a:p>
        </p:txBody>
      </p:sp>
      <p:sp>
        <p:nvSpPr>
          <p:cNvPr id="307" name="Google Shape;307;p27"/>
          <p:cNvSpPr txBox="1"/>
          <p:nvPr/>
        </p:nvSpPr>
        <p:spPr>
          <a:xfrm>
            <a:off x="435768" y="2744948"/>
            <a:ext cx="509459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No Extension Required (Pure PHP)</a:t>
            </a:r>
            <a:endParaRPr sz="2000" dirty="0">
              <a:solidFill>
                <a:srgbClr val="002060"/>
              </a:solidFill>
            </a:endParaRPr>
          </a:p>
        </p:txBody>
      </p:sp>
      <p:sp>
        <p:nvSpPr>
          <p:cNvPr id="308" name="Google Shape;308;p27"/>
          <p:cNvSpPr txBox="1"/>
          <p:nvPr/>
        </p:nvSpPr>
        <p:spPr>
          <a:xfrm>
            <a:off x="457200" y="3170238"/>
            <a:ext cx="3707606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Lightning Fast Performance</a:t>
            </a:r>
            <a:endParaRPr sz="2000" dirty="0">
              <a:solidFill>
                <a:srgbClr val="002060"/>
              </a:solidFill>
            </a:endParaRPr>
          </a:p>
        </p:txBody>
      </p:sp>
      <p:sp>
        <p:nvSpPr>
          <p:cNvPr id="310" name="Google Shape;310;p27"/>
          <p:cNvSpPr txBox="1"/>
          <p:nvPr/>
        </p:nvSpPr>
        <p:spPr>
          <a:xfrm>
            <a:off x="478632" y="3662681"/>
            <a:ext cx="5183614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Easily Customizable (Extendable)</a:t>
            </a:r>
            <a:endParaRPr sz="2000" dirty="0">
              <a:solidFill>
                <a:srgbClr val="002060"/>
              </a:solidFill>
            </a:endParaRPr>
          </a:p>
        </p:txBody>
      </p:sp>
      <p:sp>
        <p:nvSpPr>
          <p:cNvPr id="311" name="Google Shape;311;p27"/>
          <p:cNvSpPr txBox="1"/>
          <p:nvPr/>
        </p:nvSpPr>
        <p:spPr>
          <a:xfrm>
            <a:off x="478632" y="4155124"/>
            <a:ext cx="3707606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High Precision Layouts</a:t>
            </a:r>
            <a:endParaRPr sz="2000" dirty="0">
              <a:solidFill>
                <a:srgbClr val="002060"/>
              </a:solidFill>
            </a:endParaRPr>
          </a:p>
        </p:txBody>
      </p:sp>
      <p:sp>
        <p:nvSpPr>
          <p:cNvPr id="318" name="Google Shape;318;p27"/>
          <p:cNvSpPr txBox="1"/>
          <p:nvPr/>
        </p:nvSpPr>
        <p:spPr>
          <a:xfrm>
            <a:off x="614363" y="1553877"/>
            <a:ext cx="8498562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Why Choose FPDF?</a:t>
            </a:r>
            <a:endParaRPr sz="1050" dirty="0"/>
          </a:p>
        </p:txBody>
      </p:sp>
      <p:sp>
        <p:nvSpPr>
          <p:cNvPr id="319" name="Google Shape;319;p27"/>
          <p:cNvSpPr/>
          <p:nvPr/>
        </p:nvSpPr>
        <p:spPr>
          <a:xfrm>
            <a:off x="435769" y="1553877"/>
            <a:ext cx="42863" cy="385763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</TotalTime>
  <Words>368</Words>
  <Application>Microsoft Office PowerPoint</Application>
  <PresentationFormat>On-screen Show (4:3)</PresentationFormat>
  <Paragraphs>60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Inter SemiBold</vt:lpstr>
      <vt:lpstr>Calibri Light</vt:lpstr>
      <vt:lpstr>Arial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</cp:lastModifiedBy>
  <cp:revision>8</cp:revision>
  <dcterms:modified xsi:type="dcterms:W3CDTF">2026-06-03T14:11:30Z</dcterms:modified>
</cp:coreProperties>
</file>